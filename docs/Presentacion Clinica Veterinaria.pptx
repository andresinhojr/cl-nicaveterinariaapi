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47" d="100"/>
          <a:sy n="47" d="100"/>
        </p:scale>
        <p:origin x="1046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2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A3DA10-0626-426D-9568-B2BE5B83F022}" type="doc">
      <dgm:prSet loTypeId="urn:microsoft.com/office/officeart/2018/2/layout/IconVerticalSolidList" loCatId="icon" qsTypeId="urn:microsoft.com/office/officeart/2005/8/quickstyle/simple1#109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8B2D54A3-297B-4B00-9E1C-A033AFB50534}">
      <dgm:prSet/>
      <dgm:spPr/>
      <dgm:t>
        <a:bodyPr/>
        <a:lstStyle/>
        <a:p>
          <a:r>
            <a:rPr lang="es-CL"/>
            <a:t>La clínica veterinaria a sufrido de un aumento de clientes y actualmente atiende 15 mascotas diarias</a:t>
          </a:r>
          <a:endParaRPr lang="en-US"/>
        </a:p>
      </dgm:t>
    </dgm:pt>
    <dgm:pt modelId="{FBAD2759-D518-4B2B-9718-4139985AAB17}" type="parTrans" cxnId="{A33D27BA-2C8C-4773-A202-9322368E1338}">
      <dgm:prSet/>
      <dgm:spPr/>
      <dgm:t>
        <a:bodyPr/>
        <a:lstStyle/>
        <a:p>
          <a:endParaRPr lang="en-US"/>
        </a:p>
      </dgm:t>
    </dgm:pt>
    <dgm:pt modelId="{175C0323-79AA-48E2-BEA7-AF545656747B}" type="sibTrans" cxnId="{A33D27BA-2C8C-4773-A202-9322368E1338}">
      <dgm:prSet/>
      <dgm:spPr/>
      <dgm:t>
        <a:bodyPr/>
        <a:lstStyle/>
        <a:p>
          <a:endParaRPr lang="en-US"/>
        </a:p>
      </dgm:t>
    </dgm:pt>
    <dgm:pt modelId="{7A9F774B-DC6F-4FFB-81ED-B57EF39C887A}">
      <dgm:prSet/>
      <dgm:spPr/>
      <dgm:t>
        <a:bodyPr/>
        <a:lstStyle/>
        <a:p>
          <a:r>
            <a:rPr lang="es-CL"/>
            <a:t>Problemática actual: El uso de fichas clínicas , libretas de vacunación y plantillas Excel.</a:t>
          </a:r>
          <a:endParaRPr lang="en-US"/>
        </a:p>
      </dgm:t>
    </dgm:pt>
    <dgm:pt modelId="{B20669E8-7C55-4749-95A1-8CA4D62B0FAA}" type="parTrans" cxnId="{5AEA631B-BD2E-4A7E-BF96-87D9D046F043}">
      <dgm:prSet/>
      <dgm:spPr/>
      <dgm:t>
        <a:bodyPr/>
        <a:lstStyle/>
        <a:p>
          <a:endParaRPr lang="en-US"/>
        </a:p>
      </dgm:t>
    </dgm:pt>
    <dgm:pt modelId="{918E247C-2391-4EE0-8069-A54ABECB9C81}" type="sibTrans" cxnId="{5AEA631B-BD2E-4A7E-BF96-87D9D046F043}">
      <dgm:prSet/>
      <dgm:spPr/>
      <dgm:t>
        <a:bodyPr/>
        <a:lstStyle/>
        <a:p>
          <a:endParaRPr lang="en-US"/>
        </a:p>
      </dgm:t>
    </dgm:pt>
    <dgm:pt modelId="{9CBC5799-C8AE-4D4B-9E43-A17C1900F9B8}" type="pres">
      <dgm:prSet presAssocID="{A4A3DA10-0626-426D-9568-B2BE5B83F022}" presName="root" presStyleCnt="0">
        <dgm:presLayoutVars>
          <dgm:dir/>
          <dgm:resizeHandles val="exact"/>
        </dgm:presLayoutVars>
      </dgm:prSet>
      <dgm:spPr/>
    </dgm:pt>
    <dgm:pt modelId="{9436E572-F26E-4FDA-B10C-AFA0C18EA1A2}" type="pres">
      <dgm:prSet presAssocID="{8B2D54A3-297B-4B00-9E1C-A033AFB50534}" presName="compNode" presStyleCnt="0"/>
      <dgm:spPr/>
    </dgm:pt>
    <dgm:pt modelId="{FE59C117-8046-4608-9301-84A8736F3939}" type="pres">
      <dgm:prSet presAssocID="{8B2D54A3-297B-4B00-9E1C-A033AFB50534}" presName="bgRect" presStyleLbl="bgShp" presStyleIdx="0" presStyleCnt="2"/>
      <dgm:spPr/>
    </dgm:pt>
    <dgm:pt modelId="{ECB54323-890D-4C49-A33B-447FEC57778F}" type="pres">
      <dgm:prSet presAssocID="{8B2D54A3-297B-4B00-9E1C-A033AFB5053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FB615E9-34AF-4D0F-9E23-3D32A5E8C046}" type="pres">
      <dgm:prSet presAssocID="{8B2D54A3-297B-4B00-9E1C-A033AFB50534}" presName="spaceRect" presStyleCnt="0"/>
      <dgm:spPr/>
    </dgm:pt>
    <dgm:pt modelId="{DAE24D9C-5A7B-4D33-93D6-FDB4093B9DDC}" type="pres">
      <dgm:prSet presAssocID="{8B2D54A3-297B-4B00-9E1C-A033AFB50534}" presName="parTx" presStyleLbl="revTx" presStyleIdx="0" presStyleCnt="2">
        <dgm:presLayoutVars>
          <dgm:chMax val="0"/>
          <dgm:chPref val="0"/>
        </dgm:presLayoutVars>
      </dgm:prSet>
      <dgm:spPr/>
    </dgm:pt>
    <dgm:pt modelId="{30DEF335-3015-487B-B960-A926B8DD78D0}" type="pres">
      <dgm:prSet presAssocID="{175C0323-79AA-48E2-BEA7-AF545656747B}" presName="sibTrans" presStyleCnt="0"/>
      <dgm:spPr/>
    </dgm:pt>
    <dgm:pt modelId="{207C6C95-CB4E-42F2-B4A6-DE14BEC63FAC}" type="pres">
      <dgm:prSet presAssocID="{7A9F774B-DC6F-4FFB-81ED-B57EF39C887A}" presName="compNode" presStyleCnt="0"/>
      <dgm:spPr/>
    </dgm:pt>
    <dgm:pt modelId="{B32DC185-8152-44DD-9426-8F8F9D2AC72C}" type="pres">
      <dgm:prSet presAssocID="{7A9F774B-DC6F-4FFB-81ED-B57EF39C887A}" presName="bgRect" presStyleLbl="bgShp" presStyleIdx="1" presStyleCnt="2"/>
      <dgm:spPr/>
    </dgm:pt>
    <dgm:pt modelId="{27AC1A98-0348-4E48-8C75-A91EF748AD95}" type="pres">
      <dgm:prSet presAssocID="{7A9F774B-DC6F-4FFB-81ED-B57EF39C887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B1A24E04-A2BE-4ADF-97CC-82BFE8D251E1}" type="pres">
      <dgm:prSet presAssocID="{7A9F774B-DC6F-4FFB-81ED-B57EF39C887A}" presName="spaceRect" presStyleCnt="0"/>
      <dgm:spPr/>
    </dgm:pt>
    <dgm:pt modelId="{42FCE323-67A2-48C7-B0D2-41F7661BF9A0}" type="pres">
      <dgm:prSet presAssocID="{7A9F774B-DC6F-4FFB-81ED-B57EF39C887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EA631B-BD2E-4A7E-BF96-87D9D046F043}" srcId="{A4A3DA10-0626-426D-9568-B2BE5B83F022}" destId="{7A9F774B-DC6F-4FFB-81ED-B57EF39C887A}" srcOrd="1" destOrd="0" parTransId="{B20669E8-7C55-4749-95A1-8CA4D62B0FAA}" sibTransId="{918E247C-2391-4EE0-8069-A54ABECB9C81}"/>
    <dgm:cxn modelId="{2D611D3B-C1D6-46E3-A3DD-B874473A86D2}" type="presOf" srcId="{A4A3DA10-0626-426D-9568-B2BE5B83F022}" destId="{9CBC5799-C8AE-4D4B-9E43-A17C1900F9B8}" srcOrd="0" destOrd="0" presId="urn:microsoft.com/office/officeart/2018/2/layout/IconVerticalSolidList"/>
    <dgm:cxn modelId="{F4DD86AF-5D61-4D83-AE09-22D04C2828C5}" type="presOf" srcId="{7A9F774B-DC6F-4FFB-81ED-B57EF39C887A}" destId="{42FCE323-67A2-48C7-B0D2-41F7661BF9A0}" srcOrd="0" destOrd="0" presId="urn:microsoft.com/office/officeart/2018/2/layout/IconVerticalSolidList"/>
    <dgm:cxn modelId="{A33D27BA-2C8C-4773-A202-9322368E1338}" srcId="{A4A3DA10-0626-426D-9568-B2BE5B83F022}" destId="{8B2D54A3-297B-4B00-9E1C-A033AFB50534}" srcOrd="0" destOrd="0" parTransId="{FBAD2759-D518-4B2B-9718-4139985AAB17}" sibTransId="{175C0323-79AA-48E2-BEA7-AF545656747B}"/>
    <dgm:cxn modelId="{D223D4C0-106F-47AC-99EE-C94053DBCA6C}" type="presOf" srcId="{8B2D54A3-297B-4B00-9E1C-A033AFB50534}" destId="{DAE24D9C-5A7B-4D33-93D6-FDB4093B9DDC}" srcOrd="0" destOrd="0" presId="urn:microsoft.com/office/officeart/2018/2/layout/IconVerticalSolidList"/>
    <dgm:cxn modelId="{C1E7BF50-74B0-435A-847A-582FF1EFB06C}" type="presParOf" srcId="{9CBC5799-C8AE-4D4B-9E43-A17C1900F9B8}" destId="{9436E572-F26E-4FDA-B10C-AFA0C18EA1A2}" srcOrd="0" destOrd="0" presId="urn:microsoft.com/office/officeart/2018/2/layout/IconVerticalSolidList"/>
    <dgm:cxn modelId="{807E489B-2E8C-4850-93CA-641E82A09C18}" type="presParOf" srcId="{9436E572-F26E-4FDA-B10C-AFA0C18EA1A2}" destId="{FE59C117-8046-4608-9301-84A8736F3939}" srcOrd="0" destOrd="0" presId="urn:microsoft.com/office/officeart/2018/2/layout/IconVerticalSolidList"/>
    <dgm:cxn modelId="{3AC03825-A92F-497A-855F-20D358F4E93E}" type="presParOf" srcId="{9436E572-F26E-4FDA-B10C-AFA0C18EA1A2}" destId="{ECB54323-890D-4C49-A33B-447FEC57778F}" srcOrd="1" destOrd="0" presId="urn:microsoft.com/office/officeart/2018/2/layout/IconVerticalSolidList"/>
    <dgm:cxn modelId="{F58A5D53-6CD7-43EA-B83D-8E228B2B0230}" type="presParOf" srcId="{9436E572-F26E-4FDA-B10C-AFA0C18EA1A2}" destId="{9FB615E9-34AF-4D0F-9E23-3D32A5E8C046}" srcOrd="2" destOrd="0" presId="urn:microsoft.com/office/officeart/2018/2/layout/IconVerticalSolidList"/>
    <dgm:cxn modelId="{094CC02C-4B97-4849-A13A-33C73629532E}" type="presParOf" srcId="{9436E572-F26E-4FDA-B10C-AFA0C18EA1A2}" destId="{DAE24D9C-5A7B-4D33-93D6-FDB4093B9DDC}" srcOrd="3" destOrd="0" presId="urn:microsoft.com/office/officeart/2018/2/layout/IconVerticalSolidList"/>
    <dgm:cxn modelId="{942907B8-835E-4D08-895A-4015574758FA}" type="presParOf" srcId="{9CBC5799-C8AE-4D4B-9E43-A17C1900F9B8}" destId="{30DEF335-3015-487B-B960-A926B8DD78D0}" srcOrd="1" destOrd="0" presId="urn:microsoft.com/office/officeart/2018/2/layout/IconVerticalSolidList"/>
    <dgm:cxn modelId="{A2F5E904-1720-4A43-AD92-7E4ADA758B67}" type="presParOf" srcId="{9CBC5799-C8AE-4D4B-9E43-A17C1900F9B8}" destId="{207C6C95-CB4E-42F2-B4A6-DE14BEC63FAC}" srcOrd="2" destOrd="0" presId="urn:microsoft.com/office/officeart/2018/2/layout/IconVerticalSolidList"/>
    <dgm:cxn modelId="{ABA40A3D-FAF3-4C98-9EFA-01AEF8F155D8}" type="presParOf" srcId="{207C6C95-CB4E-42F2-B4A6-DE14BEC63FAC}" destId="{B32DC185-8152-44DD-9426-8F8F9D2AC72C}" srcOrd="0" destOrd="0" presId="urn:microsoft.com/office/officeart/2018/2/layout/IconVerticalSolidList"/>
    <dgm:cxn modelId="{F5833DDA-45B7-4642-B77C-C21D21AD0BB6}" type="presParOf" srcId="{207C6C95-CB4E-42F2-B4A6-DE14BEC63FAC}" destId="{27AC1A98-0348-4E48-8C75-A91EF748AD95}" srcOrd="1" destOrd="0" presId="urn:microsoft.com/office/officeart/2018/2/layout/IconVerticalSolidList"/>
    <dgm:cxn modelId="{100F55CD-BFE6-4C8A-B42E-C341ECBC766B}" type="presParOf" srcId="{207C6C95-CB4E-42F2-B4A6-DE14BEC63FAC}" destId="{B1A24E04-A2BE-4ADF-97CC-82BFE8D251E1}" srcOrd="2" destOrd="0" presId="urn:microsoft.com/office/officeart/2018/2/layout/IconVerticalSolidList"/>
    <dgm:cxn modelId="{F9D5ED2D-DF3C-49A2-903A-D56FFFCFB84F}" type="presParOf" srcId="{207C6C95-CB4E-42F2-B4A6-DE14BEC63FAC}" destId="{42FCE323-67A2-48C7-B0D2-41F7661BF9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5EAC30-A2E8-482A-B4D4-089F91BFDB1D}" type="doc">
      <dgm:prSet loTypeId="urn:microsoft.com/office/officeart/2018/2/layout/IconLabelList" loCatId="icon" qsTypeId="urn:microsoft.com/office/officeart/2005/8/quickstyle/simple1#138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80DB614B-FC81-468D-89AA-496C94C6F64B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dirty="0"/>
            <a:t>Propuesta: Digitalización integral de la ficha medica, costos transparente por tratamiento aplicado, acceso seguro y privado para los dueños y sus registros.</a:t>
          </a:r>
          <a:endParaRPr lang="en-US" dirty="0"/>
        </a:p>
      </dgm:t>
    </dgm:pt>
    <dgm:pt modelId="{7AE4DC00-01B5-4A72-8344-CC90CA3C46BB}" type="parTrans" cxnId="{66036922-26E0-4CBA-A107-808E347A55BE}">
      <dgm:prSet/>
      <dgm:spPr/>
      <dgm:t>
        <a:bodyPr/>
        <a:lstStyle/>
        <a:p>
          <a:endParaRPr lang="en-US"/>
        </a:p>
      </dgm:t>
    </dgm:pt>
    <dgm:pt modelId="{6EDAC257-02A5-4406-9607-322A98F1BBED}" type="sibTrans" cxnId="{66036922-26E0-4CBA-A107-808E347A55BE}">
      <dgm:prSet/>
      <dgm:spPr/>
      <dgm:t>
        <a:bodyPr/>
        <a:lstStyle/>
        <a:p>
          <a:endParaRPr lang="en-US"/>
        </a:p>
      </dgm:t>
    </dgm:pt>
    <dgm:pt modelId="{74A72F99-AA69-4E68-B25B-D7EF2F175D7B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Cliente objetivo: Clínica veterinaria independiente </a:t>
          </a:r>
          <a:endParaRPr lang="en-US"/>
        </a:p>
      </dgm:t>
    </dgm:pt>
    <dgm:pt modelId="{71B95556-99A6-4286-97F7-130A2D4B97BD}" type="parTrans" cxnId="{D4A79BD8-DDD3-420D-B391-DEACBBE9381C}">
      <dgm:prSet/>
      <dgm:spPr/>
      <dgm:t>
        <a:bodyPr/>
        <a:lstStyle/>
        <a:p>
          <a:endParaRPr lang="en-US"/>
        </a:p>
      </dgm:t>
    </dgm:pt>
    <dgm:pt modelId="{316140F6-5276-4CCB-BB2A-04CB8FE1EE20}" type="sibTrans" cxnId="{D4A79BD8-DDD3-420D-B391-DEACBBE9381C}">
      <dgm:prSet/>
      <dgm:spPr/>
      <dgm:t>
        <a:bodyPr/>
        <a:lstStyle/>
        <a:p>
          <a:endParaRPr lang="en-US"/>
        </a:p>
      </dgm:t>
    </dgm:pt>
    <dgm:pt modelId="{8D299F65-9CC8-4218-8057-77F57631AF85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dirty="0"/>
            <a:t>Canales: Trazabilidad medica completa web y móvil para los usuarios de la API </a:t>
          </a:r>
          <a:endParaRPr lang="en-US" dirty="0"/>
        </a:p>
      </dgm:t>
    </dgm:pt>
    <dgm:pt modelId="{BDE7373C-2B6C-4DB4-AC9F-1D4B2310AD7E}" type="parTrans" cxnId="{C44DDB46-615A-43FF-8159-DA9A93D022AC}">
      <dgm:prSet/>
      <dgm:spPr/>
      <dgm:t>
        <a:bodyPr/>
        <a:lstStyle/>
        <a:p>
          <a:endParaRPr lang="en-US"/>
        </a:p>
      </dgm:t>
    </dgm:pt>
    <dgm:pt modelId="{17B63593-C920-4A01-B91B-717FC16AAE8F}" type="sibTrans" cxnId="{C44DDB46-615A-43FF-8159-DA9A93D022AC}">
      <dgm:prSet/>
      <dgm:spPr/>
      <dgm:t>
        <a:bodyPr/>
        <a:lstStyle/>
        <a:p>
          <a:endParaRPr lang="en-US"/>
        </a:p>
      </dgm:t>
    </dgm:pt>
    <dgm:pt modelId="{F011AB95-EA47-4A46-A247-56C1C1C035A4}" type="pres">
      <dgm:prSet presAssocID="{135EAC30-A2E8-482A-B4D4-089F91BFDB1D}" presName="root" presStyleCnt="0">
        <dgm:presLayoutVars>
          <dgm:dir/>
          <dgm:resizeHandles val="exact"/>
        </dgm:presLayoutVars>
      </dgm:prSet>
      <dgm:spPr/>
    </dgm:pt>
    <dgm:pt modelId="{AD8D4FE3-EA4A-4994-A640-B8F56E3EE808}" type="pres">
      <dgm:prSet presAssocID="{80DB614B-FC81-468D-89AA-496C94C6F64B}" presName="compNode" presStyleCnt="0"/>
      <dgm:spPr/>
    </dgm:pt>
    <dgm:pt modelId="{A64D6BC5-EFD0-438F-90D8-D92583265CE0}" type="pres">
      <dgm:prSet presAssocID="{80DB614B-FC81-468D-89AA-496C94C6F64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DD00867B-848E-4DEF-8C34-A8EDFE3F57DD}" type="pres">
      <dgm:prSet presAssocID="{80DB614B-FC81-468D-89AA-496C94C6F64B}" presName="spaceRect" presStyleCnt="0"/>
      <dgm:spPr/>
    </dgm:pt>
    <dgm:pt modelId="{CC489715-CE36-4988-9586-4695BE57EB62}" type="pres">
      <dgm:prSet presAssocID="{80DB614B-FC81-468D-89AA-496C94C6F64B}" presName="textRect" presStyleLbl="revTx" presStyleIdx="0" presStyleCnt="3">
        <dgm:presLayoutVars>
          <dgm:chMax val="1"/>
          <dgm:chPref val="1"/>
        </dgm:presLayoutVars>
      </dgm:prSet>
      <dgm:spPr/>
    </dgm:pt>
    <dgm:pt modelId="{8501D51B-9D61-4F17-8A06-096B18255D0C}" type="pres">
      <dgm:prSet presAssocID="{6EDAC257-02A5-4406-9607-322A98F1BBED}" presName="sibTrans" presStyleCnt="0"/>
      <dgm:spPr/>
    </dgm:pt>
    <dgm:pt modelId="{9C4F1C37-1008-4B6E-A10C-B5FA79A9EFCD}" type="pres">
      <dgm:prSet presAssocID="{74A72F99-AA69-4E68-B25B-D7EF2F175D7B}" presName="compNode" presStyleCnt="0"/>
      <dgm:spPr/>
    </dgm:pt>
    <dgm:pt modelId="{A8E42A71-AB09-42B4-A47D-F0AEDB9F5DB2}" type="pres">
      <dgm:prSet presAssocID="{74A72F99-AA69-4E68-B25B-D7EF2F175D7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ro"/>
        </a:ext>
      </dgm:extLst>
    </dgm:pt>
    <dgm:pt modelId="{311C8F5A-691D-4E1B-905E-4B86B3E197B2}" type="pres">
      <dgm:prSet presAssocID="{74A72F99-AA69-4E68-B25B-D7EF2F175D7B}" presName="spaceRect" presStyleCnt="0"/>
      <dgm:spPr/>
    </dgm:pt>
    <dgm:pt modelId="{592F83AC-9185-4FD5-9F53-FA2EBCC04B05}" type="pres">
      <dgm:prSet presAssocID="{74A72F99-AA69-4E68-B25B-D7EF2F175D7B}" presName="textRect" presStyleLbl="revTx" presStyleIdx="1" presStyleCnt="3">
        <dgm:presLayoutVars>
          <dgm:chMax val="1"/>
          <dgm:chPref val="1"/>
        </dgm:presLayoutVars>
      </dgm:prSet>
      <dgm:spPr/>
    </dgm:pt>
    <dgm:pt modelId="{3EEC83EF-3FD5-4498-A38A-6BC7CE394A2C}" type="pres">
      <dgm:prSet presAssocID="{316140F6-5276-4CCB-BB2A-04CB8FE1EE20}" presName="sibTrans" presStyleCnt="0"/>
      <dgm:spPr/>
    </dgm:pt>
    <dgm:pt modelId="{29158AC9-3E30-4D53-A31F-23B215D22316}" type="pres">
      <dgm:prSet presAssocID="{8D299F65-9CC8-4218-8057-77F57631AF85}" presName="compNode" presStyleCnt="0"/>
      <dgm:spPr/>
    </dgm:pt>
    <dgm:pt modelId="{A404EB40-4919-4212-928F-145619CDD8F8}" type="pres">
      <dgm:prSet presAssocID="{8D299F65-9CC8-4218-8057-77F57631AF8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6BB7DE6D-F1CD-458A-89CE-E7DDA79A7579}" type="pres">
      <dgm:prSet presAssocID="{8D299F65-9CC8-4218-8057-77F57631AF85}" presName="spaceRect" presStyleCnt="0"/>
      <dgm:spPr/>
    </dgm:pt>
    <dgm:pt modelId="{F4D597C5-6698-42AC-A470-FF72F727F958}" type="pres">
      <dgm:prSet presAssocID="{8D299F65-9CC8-4218-8057-77F57631AF8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6036922-26E0-4CBA-A107-808E347A55BE}" srcId="{135EAC30-A2E8-482A-B4D4-089F91BFDB1D}" destId="{80DB614B-FC81-468D-89AA-496C94C6F64B}" srcOrd="0" destOrd="0" parTransId="{7AE4DC00-01B5-4A72-8344-CC90CA3C46BB}" sibTransId="{6EDAC257-02A5-4406-9607-322A98F1BBED}"/>
    <dgm:cxn modelId="{55425F45-4D48-4654-8026-4E9398394668}" type="presOf" srcId="{8D299F65-9CC8-4218-8057-77F57631AF85}" destId="{F4D597C5-6698-42AC-A470-FF72F727F958}" srcOrd="0" destOrd="0" presId="urn:microsoft.com/office/officeart/2018/2/layout/IconLabelList"/>
    <dgm:cxn modelId="{C44DDB46-615A-43FF-8159-DA9A93D022AC}" srcId="{135EAC30-A2E8-482A-B4D4-089F91BFDB1D}" destId="{8D299F65-9CC8-4218-8057-77F57631AF85}" srcOrd="2" destOrd="0" parTransId="{BDE7373C-2B6C-4DB4-AC9F-1D4B2310AD7E}" sibTransId="{17B63593-C920-4A01-B91B-717FC16AAE8F}"/>
    <dgm:cxn modelId="{03ED3167-EC2E-47FF-A411-66C2C5FA76F0}" type="presOf" srcId="{80DB614B-FC81-468D-89AA-496C94C6F64B}" destId="{CC489715-CE36-4988-9586-4695BE57EB62}" srcOrd="0" destOrd="0" presId="urn:microsoft.com/office/officeart/2018/2/layout/IconLabelList"/>
    <dgm:cxn modelId="{79844F86-408C-4DF1-9297-A0774B1F40DE}" type="presOf" srcId="{74A72F99-AA69-4E68-B25B-D7EF2F175D7B}" destId="{592F83AC-9185-4FD5-9F53-FA2EBCC04B05}" srcOrd="0" destOrd="0" presId="urn:microsoft.com/office/officeart/2018/2/layout/IconLabelList"/>
    <dgm:cxn modelId="{B45E52BA-44CA-4650-8541-DD11B801ED78}" type="presOf" srcId="{135EAC30-A2E8-482A-B4D4-089F91BFDB1D}" destId="{F011AB95-EA47-4A46-A247-56C1C1C035A4}" srcOrd="0" destOrd="0" presId="urn:microsoft.com/office/officeart/2018/2/layout/IconLabelList"/>
    <dgm:cxn modelId="{D4A79BD8-DDD3-420D-B391-DEACBBE9381C}" srcId="{135EAC30-A2E8-482A-B4D4-089F91BFDB1D}" destId="{74A72F99-AA69-4E68-B25B-D7EF2F175D7B}" srcOrd="1" destOrd="0" parTransId="{71B95556-99A6-4286-97F7-130A2D4B97BD}" sibTransId="{316140F6-5276-4CCB-BB2A-04CB8FE1EE20}"/>
    <dgm:cxn modelId="{6AE84FF9-56E9-4F25-8079-A95B135B8CCB}" type="presParOf" srcId="{F011AB95-EA47-4A46-A247-56C1C1C035A4}" destId="{AD8D4FE3-EA4A-4994-A640-B8F56E3EE808}" srcOrd="0" destOrd="0" presId="urn:microsoft.com/office/officeart/2018/2/layout/IconLabelList"/>
    <dgm:cxn modelId="{1F4AA3BE-8274-47F0-B26A-FBE11BE14DC8}" type="presParOf" srcId="{AD8D4FE3-EA4A-4994-A640-B8F56E3EE808}" destId="{A64D6BC5-EFD0-438F-90D8-D92583265CE0}" srcOrd="0" destOrd="0" presId="urn:microsoft.com/office/officeart/2018/2/layout/IconLabelList"/>
    <dgm:cxn modelId="{9213E3B4-FC31-42A8-9632-6AB12E642AC0}" type="presParOf" srcId="{AD8D4FE3-EA4A-4994-A640-B8F56E3EE808}" destId="{DD00867B-848E-4DEF-8C34-A8EDFE3F57DD}" srcOrd="1" destOrd="0" presId="urn:microsoft.com/office/officeart/2018/2/layout/IconLabelList"/>
    <dgm:cxn modelId="{29DF86B8-CE5D-4579-8A35-6B8EEEDF5909}" type="presParOf" srcId="{AD8D4FE3-EA4A-4994-A640-B8F56E3EE808}" destId="{CC489715-CE36-4988-9586-4695BE57EB62}" srcOrd="2" destOrd="0" presId="urn:microsoft.com/office/officeart/2018/2/layout/IconLabelList"/>
    <dgm:cxn modelId="{3FFE5F4E-9D66-416C-83DC-92F30423D950}" type="presParOf" srcId="{F011AB95-EA47-4A46-A247-56C1C1C035A4}" destId="{8501D51B-9D61-4F17-8A06-096B18255D0C}" srcOrd="1" destOrd="0" presId="urn:microsoft.com/office/officeart/2018/2/layout/IconLabelList"/>
    <dgm:cxn modelId="{62134796-2F57-4CD7-BAFD-1EB640565192}" type="presParOf" srcId="{F011AB95-EA47-4A46-A247-56C1C1C035A4}" destId="{9C4F1C37-1008-4B6E-A10C-B5FA79A9EFCD}" srcOrd="2" destOrd="0" presId="urn:microsoft.com/office/officeart/2018/2/layout/IconLabelList"/>
    <dgm:cxn modelId="{9E6CCA11-623E-4764-9056-6DD76029CAA8}" type="presParOf" srcId="{9C4F1C37-1008-4B6E-A10C-B5FA79A9EFCD}" destId="{A8E42A71-AB09-42B4-A47D-F0AEDB9F5DB2}" srcOrd="0" destOrd="0" presId="urn:microsoft.com/office/officeart/2018/2/layout/IconLabelList"/>
    <dgm:cxn modelId="{83B5A53B-A86E-4850-B602-DF9DDB1EFA16}" type="presParOf" srcId="{9C4F1C37-1008-4B6E-A10C-B5FA79A9EFCD}" destId="{311C8F5A-691D-4E1B-905E-4B86B3E197B2}" srcOrd="1" destOrd="0" presId="urn:microsoft.com/office/officeart/2018/2/layout/IconLabelList"/>
    <dgm:cxn modelId="{8C6EDC7B-90AD-4650-AD45-4418986B2AE9}" type="presParOf" srcId="{9C4F1C37-1008-4B6E-A10C-B5FA79A9EFCD}" destId="{592F83AC-9185-4FD5-9F53-FA2EBCC04B05}" srcOrd="2" destOrd="0" presId="urn:microsoft.com/office/officeart/2018/2/layout/IconLabelList"/>
    <dgm:cxn modelId="{DD7EA1C5-265A-4CAC-AAB9-B98D83D456F5}" type="presParOf" srcId="{F011AB95-EA47-4A46-A247-56C1C1C035A4}" destId="{3EEC83EF-3FD5-4498-A38A-6BC7CE394A2C}" srcOrd="3" destOrd="0" presId="urn:microsoft.com/office/officeart/2018/2/layout/IconLabelList"/>
    <dgm:cxn modelId="{90E0D814-BA91-4C05-9791-9D500EF088EF}" type="presParOf" srcId="{F011AB95-EA47-4A46-A247-56C1C1C035A4}" destId="{29158AC9-3E30-4D53-A31F-23B215D22316}" srcOrd="4" destOrd="0" presId="urn:microsoft.com/office/officeart/2018/2/layout/IconLabelList"/>
    <dgm:cxn modelId="{DAE03E49-2A91-435C-9163-F8B09955A852}" type="presParOf" srcId="{29158AC9-3E30-4D53-A31F-23B215D22316}" destId="{A404EB40-4919-4212-928F-145619CDD8F8}" srcOrd="0" destOrd="0" presId="urn:microsoft.com/office/officeart/2018/2/layout/IconLabelList"/>
    <dgm:cxn modelId="{A406EC4B-3EF7-43C5-8EDD-47BAF0CB8452}" type="presParOf" srcId="{29158AC9-3E30-4D53-A31F-23B215D22316}" destId="{6BB7DE6D-F1CD-458A-89CE-E7DDA79A7579}" srcOrd="1" destOrd="0" presId="urn:microsoft.com/office/officeart/2018/2/layout/IconLabelList"/>
    <dgm:cxn modelId="{393F0E0C-8E92-4D50-806E-E95E0EF4438B}" type="presParOf" srcId="{29158AC9-3E30-4D53-A31F-23B215D22316}" destId="{F4D597C5-6698-42AC-A470-FF72F727F95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844F97-5821-464D-BA5C-B0E0E022799A}" type="doc">
      <dgm:prSet loTypeId="urn:microsoft.com/office/officeart/2005/8/layout/vList2" loCatId="list" qsTypeId="urn:microsoft.com/office/officeart/2005/8/quickstyle/simple1#166" qsCatId="simple" csTypeId="urn:microsoft.com/office/officeart/2005/8/colors/accent1_2#18" csCatId="accent1" phldr="1"/>
      <dgm:spPr/>
      <dgm:t>
        <a:bodyPr/>
        <a:lstStyle/>
        <a:p>
          <a:endParaRPr lang="en-US"/>
        </a:p>
      </dgm:t>
    </dgm:pt>
    <dgm:pt modelId="{C9BF755A-93BD-4B33-98AD-7BB1A9BCC311}">
      <dgm:prSet/>
      <dgm:spPr/>
      <dgm:t>
        <a:bodyPr/>
        <a:lstStyle/>
        <a:p>
          <a:r>
            <a:rPr lang="es-CL" dirty="0" err="1"/>
            <a:t>.net</a:t>
          </a:r>
          <a:r>
            <a:rPr lang="es-CL" dirty="0"/>
            <a:t> 10 Minimal APIS: Máximo redimiendo con menor consumo de recursos.</a:t>
          </a:r>
          <a:endParaRPr lang="en-US" dirty="0"/>
        </a:p>
      </dgm:t>
    </dgm:pt>
    <dgm:pt modelId="{EF55F93B-B6B1-40E7-929E-266983B425EC}" type="parTrans" cxnId="{A2A47F39-4762-4F3E-8AD0-14228D3788A5}">
      <dgm:prSet/>
      <dgm:spPr/>
      <dgm:t>
        <a:bodyPr/>
        <a:lstStyle/>
        <a:p>
          <a:endParaRPr lang="en-US"/>
        </a:p>
      </dgm:t>
    </dgm:pt>
    <dgm:pt modelId="{00CF2648-25B9-4E1C-8BB8-3BF46B4C9300}" type="sibTrans" cxnId="{A2A47F39-4762-4F3E-8AD0-14228D3788A5}">
      <dgm:prSet/>
      <dgm:spPr/>
      <dgm:t>
        <a:bodyPr/>
        <a:lstStyle/>
        <a:p>
          <a:endParaRPr lang="en-US"/>
        </a:p>
      </dgm:t>
    </dgm:pt>
    <dgm:pt modelId="{46471782-8609-4FA6-AC7E-26161F36CEA9}">
      <dgm:prSet/>
      <dgm:spPr/>
      <dgm:t>
        <a:bodyPr/>
        <a:lstStyle/>
        <a:p>
          <a:r>
            <a:rPr lang="es-CL"/>
            <a:t>Patrón Repository: desacople efectivo entre la lógica de negocio y la capa de datos.</a:t>
          </a:r>
          <a:endParaRPr lang="en-US"/>
        </a:p>
      </dgm:t>
    </dgm:pt>
    <dgm:pt modelId="{477C6C09-BAB1-4F80-BEE3-C10BBE154540}" type="parTrans" cxnId="{D5699019-7CC5-4D76-BF55-88D2E119367F}">
      <dgm:prSet/>
      <dgm:spPr/>
      <dgm:t>
        <a:bodyPr/>
        <a:lstStyle/>
        <a:p>
          <a:endParaRPr lang="en-US"/>
        </a:p>
      </dgm:t>
    </dgm:pt>
    <dgm:pt modelId="{6E0A734A-EFFF-4C51-AA46-71E8DF429208}" type="sibTrans" cxnId="{D5699019-7CC5-4D76-BF55-88D2E119367F}">
      <dgm:prSet/>
      <dgm:spPr/>
      <dgm:t>
        <a:bodyPr/>
        <a:lstStyle/>
        <a:p>
          <a:endParaRPr lang="en-US"/>
        </a:p>
      </dgm:t>
    </dgm:pt>
    <dgm:pt modelId="{101F164D-C267-42F1-B66B-7353CA81548A}">
      <dgm:prSet/>
      <dgm:spPr/>
      <dgm:t>
        <a:bodyPr/>
        <a:lstStyle/>
        <a:p>
          <a:r>
            <a:rPr lang="es-CL"/>
            <a:t>Persistencia EF CORE:  Gestión de migración versionadas y soporte para entornos de prueba</a:t>
          </a:r>
          <a:endParaRPr lang="en-US"/>
        </a:p>
      </dgm:t>
    </dgm:pt>
    <dgm:pt modelId="{AB94C7D1-A80B-4178-B7A1-4D9700548C9C}" type="parTrans" cxnId="{DE02A221-DE72-4ECD-BD46-C527C91F455A}">
      <dgm:prSet/>
      <dgm:spPr/>
      <dgm:t>
        <a:bodyPr/>
        <a:lstStyle/>
        <a:p>
          <a:endParaRPr lang="en-US"/>
        </a:p>
      </dgm:t>
    </dgm:pt>
    <dgm:pt modelId="{3629BA60-8AD9-4D4C-A043-A4D9B1B243F0}" type="sibTrans" cxnId="{DE02A221-DE72-4ECD-BD46-C527C91F455A}">
      <dgm:prSet/>
      <dgm:spPr/>
      <dgm:t>
        <a:bodyPr/>
        <a:lstStyle/>
        <a:p>
          <a:endParaRPr lang="en-US"/>
        </a:p>
      </dgm:t>
    </dgm:pt>
    <dgm:pt modelId="{5FF58838-5637-4E60-B25B-4596B4A86C45}" type="pres">
      <dgm:prSet presAssocID="{49844F97-5821-464D-BA5C-B0E0E022799A}" presName="linear" presStyleCnt="0">
        <dgm:presLayoutVars>
          <dgm:animLvl val="lvl"/>
          <dgm:resizeHandles val="exact"/>
        </dgm:presLayoutVars>
      </dgm:prSet>
      <dgm:spPr/>
    </dgm:pt>
    <dgm:pt modelId="{64C5B5E4-C929-4A58-89E4-78017577C1A9}" type="pres">
      <dgm:prSet presAssocID="{C9BF755A-93BD-4B33-98AD-7BB1A9BCC31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367372-C07B-4521-BC7D-919DC0A970CA}" type="pres">
      <dgm:prSet presAssocID="{00CF2648-25B9-4E1C-8BB8-3BF46B4C9300}" presName="spacer" presStyleCnt="0"/>
      <dgm:spPr/>
    </dgm:pt>
    <dgm:pt modelId="{F688A4C8-F8E4-4AA6-B7C5-E0E325C634D6}" type="pres">
      <dgm:prSet presAssocID="{46471782-8609-4FA6-AC7E-26161F36CEA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11D3686-9042-4C9D-80E5-3D4A7CBEE5BA}" type="pres">
      <dgm:prSet presAssocID="{6E0A734A-EFFF-4C51-AA46-71E8DF429208}" presName="spacer" presStyleCnt="0"/>
      <dgm:spPr/>
    </dgm:pt>
    <dgm:pt modelId="{D9270AC0-33FC-4B6C-84D8-FFAA9E6B218C}" type="pres">
      <dgm:prSet presAssocID="{101F164D-C267-42F1-B66B-7353CA8154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5699019-7CC5-4D76-BF55-88D2E119367F}" srcId="{49844F97-5821-464D-BA5C-B0E0E022799A}" destId="{46471782-8609-4FA6-AC7E-26161F36CEA9}" srcOrd="1" destOrd="0" parTransId="{477C6C09-BAB1-4F80-BEE3-C10BBE154540}" sibTransId="{6E0A734A-EFFF-4C51-AA46-71E8DF429208}"/>
    <dgm:cxn modelId="{DE02A221-DE72-4ECD-BD46-C527C91F455A}" srcId="{49844F97-5821-464D-BA5C-B0E0E022799A}" destId="{101F164D-C267-42F1-B66B-7353CA81548A}" srcOrd="2" destOrd="0" parTransId="{AB94C7D1-A80B-4178-B7A1-4D9700548C9C}" sibTransId="{3629BA60-8AD9-4D4C-A043-A4D9B1B243F0}"/>
    <dgm:cxn modelId="{F5A76826-B50C-4C37-A26F-1CE94EB19C7E}" type="presOf" srcId="{46471782-8609-4FA6-AC7E-26161F36CEA9}" destId="{F688A4C8-F8E4-4AA6-B7C5-E0E325C634D6}" srcOrd="0" destOrd="0" presId="urn:microsoft.com/office/officeart/2005/8/layout/vList2"/>
    <dgm:cxn modelId="{A2A47F39-4762-4F3E-8AD0-14228D3788A5}" srcId="{49844F97-5821-464D-BA5C-B0E0E022799A}" destId="{C9BF755A-93BD-4B33-98AD-7BB1A9BCC311}" srcOrd="0" destOrd="0" parTransId="{EF55F93B-B6B1-40E7-929E-266983B425EC}" sibTransId="{00CF2648-25B9-4E1C-8BB8-3BF46B4C9300}"/>
    <dgm:cxn modelId="{E46AA480-4C07-44F4-A6D9-1640DFAE87D3}" type="presOf" srcId="{101F164D-C267-42F1-B66B-7353CA81548A}" destId="{D9270AC0-33FC-4B6C-84D8-FFAA9E6B218C}" srcOrd="0" destOrd="0" presId="urn:microsoft.com/office/officeart/2005/8/layout/vList2"/>
    <dgm:cxn modelId="{38F83596-EF8B-4919-B524-BCB541A48AA2}" type="presOf" srcId="{49844F97-5821-464D-BA5C-B0E0E022799A}" destId="{5FF58838-5637-4E60-B25B-4596B4A86C45}" srcOrd="0" destOrd="0" presId="urn:microsoft.com/office/officeart/2005/8/layout/vList2"/>
    <dgm:cxn modelId="{A99830E9-6150-4699-82CB-1C5005DE1D59}" type="presOf" srcId="{C9BF755A-93BD-4B33-98AD-7BB1A9BCC311}" destId="{64C5B5E4-C929-4A58-89E4-78017577C1A9}" srcOrd="0" destOrd="0" presId="urn:microsoft.com/office/officeart/2005/8/layout/vList2"/>
    <dgm:cxn modelId="{D667A33D-6BC1-423B-87AD-8B3B934EC763}" type="presParOf" srcId="{5FF58838-5637-4E60-B25B-4596B4A86C45}" destId="{64C5B5E4-C929-4A58-89E4-78017577C1A9}" srcOrd="0" destOrd="0" presId="urn:microsoft.com/office/officeart/2005/8/layout/vList2"/>
    <dgm:cxn modelId="{88977BF6-FA98-465D-821C-3D60847493DE}" type="presParOf" srcId="{5FF58838-5637-4E60-B25B-4596B4A86C45}" destId="{B5367372-C07B-4521-BC7D-919DC0A970CA}" srcOrd="1" destOrd="0" presId="urn:microsoft.com/office/officeart/2005/8/layout/vList2"/>
    <dgm:cxn modelId="{FB419C30-46BF-42DC-954A-6F7E8E001159}" type="presParOf" srcId="{5FF58838-5637-4E60-B25B-4596B4A86C45}" destId="{F688A4C8-F8E4-4AA6-B7C5-E0E325C634D6}" srcOrd="2" destOrd="0" presId="urn:microsoft.com/office/officeart/2005/8/layout/vList2"/>
    <dgm:cxn modelId="{C9883B12-B9D5-4735-A18F-79E9D9D91C56}" type="presParOf" srcId="{5FF58838-5637-4E60-B25B-4596B4A86C45}" destId="{911D3686-9042-4C9D-80E5-3D4A7CBEE5BA}" srcOrd="3" destOrd="0" presId="urn:microsoft.com/office/officeart/2005/8/layout/vList2"/>
    <dgm:cxn modelId="{427B418E-1EAA-423D-A1B5-D1ECB0629043}" type="presParOf" srcId="{5FF58838-5637-4E60-B25B-4596B4A86C45}" destId="{D9270AC0-33FC-4B6C-84D8-FFAA9E6B218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15C265-388C-4888-AD31-D1BC15A62A85}" type="doc">
      <dgm:prSet loTypeId="urn:microsoft.com/office/officeart/2018/2/layout/IconLabelList" loCatId="icon" qsTypeId="urn:microsoft.com/office/officeart/2005/8/quickstyle/simple1#187" qsCatId="simple" csTypeId="urn:microsoft.com/office/officeart/2005/8/colors/accent1_2#28" csCatId="accent1" phldr="1"/>
      <dgm:spPr/>
      <dgm:t>
        <a:bodyPr/>
        <a:lstStyle/>
        <a:p>
          <a:endParaRPr lang="en-US"/>
        </a:p>
      </dgm:t>
    </dgm:pt>
    <dgm:pt modelId="{C8786DBF-A326-4386-9677-D9809B685EDE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Manual interactivo (Scalar): Genera contratos y documentación automática  para consultar y ver respuesta directamente desde el navegador</a:t>
          </a:r>
          <a:endParaRPr lang="en-US"/>
        </a:p>
      </dgm:t>
    </dgm:pt>
    <dgm:pt modelId="{22E5E41E-A08E-4B44-9FAE-6E61D019F999}" type="parTrans" cxnId="{2221B5E4-2659-407D-8D8B-30A449C703D1}">
      <dgm:prSet/>
      <dgm:spPr/>
      <dgm:t>
        <a:bodyPr/>
        <a:lstStyle/>
        <a:p>
          <a:endParaRPr lang="en-US"/>
        </a:p>
      </dgm:t>
    </dgm:pt>
    <dgm:pt modelId="{FA8FFDE6-742B-4C70-83BB-F738C559B394}" type="sibTrans" cxnId="{2221B5E4-2659-407D-8D8B-30A449C703D1}">
      <dgm:prSet/>
      <dgm:spPr/>
      <dgm:t>
        <a:bodyPr/>
        <a:lstStyle/>
        <a:p>
          <a:endParaRPr lang="en-US"/>
        </a:p>
      </dgm:t>
    </dgm:pt>
    <dgm:pt modelId="{0A15BA58-5B52-45DE-9B21-58262B39F56C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Pruebas Automatizadas(xUnit): Suite de pruebas de integración de memoria que valida de forma autónoma los flujos críticos.</a:t>
          </a:r>
          <a:endParaRPr lang="en-US"/>
        </a:p>
      </dgm:t>
    </dgm:pt>
    <dgm:pt modelId="{DB6388E0-7D05-40B0-9872-DC2B4890FCB1}" type="parTrans" cxnId="{F389ED02-C42F-4BB8-B32C-066061F6E666}">
      <dgm:prSet/>
      <dgm:spPr/>
      <dgm:t>
        <a:bodyPr/>
        <a:lstStyle/>
        <a:p>
          <a:endParaRPr lang="en-US"/>
        </a:p>
      </dgm:t>
    </dgm:pt>
    <dgm:pt modelId="{E895C14A-1F03-4988-9CD7-2ED23A3A6B12}" type="sibTrans" cxnId="{F389ED02-C42F-4BB8-B32C-066061F6E666}">
      <dgm:prSet/>
      <dgm:spPr/>
      <dgm:t>
        <a:bodyPr/>
        <a:lstStyle/>
        <a:p>
          <a:endParaRPr lang="en-US"/>
        </a:p>
      </dgm:t>
    </dgm:pt>
    <dgm:pt modelId="{BAC10AEF-B728-4878-9A48-CBF80A20D6AA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Control de versiones(/api/v1/) Identificación de versión en la ruta web que asegura futuras mejoras al sistema sin interrumpir aplicaciones ya en uso.</a:t>
          </a:r>
          <a:endParaRPr lang="en-US"/>
        </a:p>
      </dgm:t>
    </dgm:pt>
    <dgm:pt modelId="{21821CA6-6A6A-4868-A62A-711C2D19548A}" type="parTrans" cxnId="{0466238B-FF75-4A9C-8089-37496F0F855D}">
      <dgm:prSet/>
      <dgm:spPr/>
      <dgm:t>
        <a:bodyPr/>
        <a:lstStyle/>
        <a:p>
          <a:endParaRPr lang="en-US"/>
        </a:p>
      </dgm:t>
    </dgm:pt>
    <dgm:pt modelId="{3C8171CB-52E2-4E39-ADE1-1236F5133EE8}" type="sibTrans" cxnId="{0466238B-FF75-4A9C-8089-37496F0F855D}">
      <dgm:prSet/>
      <dgm:spPr/>
      <dgm:t>
        <a:bodyPr/>
        <a:lstStyle/>
        <a:p>
          <a:endParaRPr lang="en-US"/>
        </a:p>
      </dgm:t>
    </dgm:pt>
    <dgm:pt modelId="{0DA18276-923A-4BFA-A37F-7442D262B5B3}" type="pres">
      <dgm:prSet presAssocID="{9115C265-388C-4888-AD31-D1BC15A62A85}" presName="root" presStyleCnt="0">
        <dgm:presLayoutVars>
          <dgm:dir/>
          <dgm:resizeHandles val="exact"/>
        </dgm:presLayoutVars>
      </dgm:prSet>
      <dgm:spPr/>
    </dgm:pt>
    <dgm:pt modelId="{1515F099-F40C-45FC-A4D8-9842C737BE0D}" type="pres">
      <dgm:prSet presAssocID="{C8786DBF-A326-4386-9677-D9809B685EDE}" presName="compNode" presStyleCnt="0"/>
      <dgm:spPr/>
    </dgm:pt>
    <dgm:pt modelId="{D7437B83-B606-4041-A449-14D84A86D2C4}" type="pres">
      <dgm:prSet presAssocID="{C8786DBF-A326-4386-9677-D9809B685ED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0FA49B8C-39C9-4318-96DC-6573C0E7F54A}" type="pres">
      <dgm:prSet presAssocID="{C8786DBF-A326-4386-9677-D9809B685EDE}" presName="spaceRect" presStyleCnt="0"/>
      <dgm:spPr/>
    </dgm:pt>
    <dgm:pt modelId="{C7D1DDDA-4092-43D1-9D17-524C7A5C743A}" type="pres">
      <dgm:prSet presAssocID="{C8786DBF-A326-4386-9677-D9809B685EDE}" presName="textRect" presStyleLbl="revTx" presStyleIdx="0" presStyleCnt="3">
        <dgm:presLayoutVars>
          <dgm:chMax val="1"/>
          <dgm:chPref val="1"/>
        </dgm:presLayoutVars>
      </dgm:prSet>
      <dgm:spPr/>
    </dgm:pt>
    <dgm:pt modelId="{D0FF790A-5328-470E-97D0-CC9FFF549165}" type="pres">
      <dgm:prSet presAssocID="{FA8FFDE6-742B-4C70-83BB-F738C559B394}" presName="sibTrans" presStyleCnt="0"/>
      <dgm:spPr/>
    </dgm:pt>
    <dgm:pt modelId="{BAFBC9B5-FC5E-4ED4-B0A6-C1714370128E}" type="pres">
      <dgm:prSet presAssocID="{0A15BA58-5B52-45DE-9B21-58262B39F56C}" presName="compNode" presStyleCnt="0"/>
      <dgm:spPr/>
    </dgm:pt>
    <dgm:pt modelId="{C39AC690-3E8D-4FBE-A5D0-42BE24D2CE9B}" type="pres">
      <dgm:prSet presAssocID="{0A15BA58-5B52-45DE-9B21-58262B39F56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croscopio"/>
        </a:ext>
      </dgm:extLst>
    </dgm:pt>
    <dgm:pt modelId="{DE141D96-DF0C-4812-9EA2-90377B70A02B}" type="pres">
      <dgm:prSet presAssocID="{0A15BA58-5B52-45DE-9B21-58262B39F56C}" presName="spaceRect" presStyleCnt="0"/>
      <dgm:spPr/>
    </dgm:pt>
    <dgm:pt modelId="{F38A97F5-AD87-4012-AF31-E1F7891B2451}" type="pres">
      <dgm:prSet presAssocID="{0A15BA58-5B52-45DE-9B21-58262B39F56C}" presName="textRect" presStyleLbl="revTx" presStyleIdx="1" presStyleCnt="3">
        <dgm:presLayoutVars>
          <dgm:chMax val="1"/>
          <dgm:chPref val="1"/>
        </dgm:presLayoutVars>
      </dgm:prSet>
      <dgm:spPr/>
    </dgm:pt>
    <dgm:pt modelId="{55187044-C92A-4192-A326-99873B44E40A}" type="pres">
      <dgm:prSet presAssocID="{E895C14A-1F03-4988-9CD7-2ED23A3A6B12}" presName="sibTrans" presStyleCnt="0"/>
      <dgm:spPr/>
    </dgm:pt>
    <dgm:pt modelId="{8B0B45D5-7627-44FC-B8C6-B185FF22EC34}" type="pres">
      <dgm:prSet presAssocID="{BAC10AEF-B728-4878-9A48-CBF80A20D6AA}" presName="compNode" presStyleCnt="0"/>
      <dgm:spPr/>
    </dgm:pt>
    <dgm:pt modelId="{9FF2D4D3-59E2-4C3B-B7D4-DEA59FE8272F}" type="pres">
      <dgm:prSet presAssocID="{BAC10AEF-B728-4878-9A48-CBF80A20D6A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B6ABE7F8-F613-4938-82EF-0647385641CE}" type="pres">
      <dgm:prSet presAssocID="{BAC10AEF-B728-4878-9A48-CBF80A20D6AA}" presName="spaceRect" presStyleCnt="0"/>
      <dgm:spPr/>
    </dgm:pt>
    <dgm:pt modelId="{493E6C95-7012-49FD-BD06-609054574FF4}" type="pres">
      <dgm:prSet presAssocID="{BAC10AEF-B728-4878-9A48-CBF80A20D6A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3FD7401-56CB-4209-999E-7BE3D518E948}" type="presOf" srcId="{9115C265-388C-4888-AD31-D1BC15A62A85}" destId="{0DA18276-923A-4BFA-A37F-7442D262B5B3}" srcOrd="0" destOrd="0" presId="urn:microsoft.com/office/officeart/2018/2/layout/IconLabelList"/>
    <dgm:cxn modelId="{F389ED02-C42F-4BB8-B32C-066061F6E666}" srcId="{9115C265-388C-4888-AD31-D1BC15A62A85}" destId="{0A15BA58-5B52-45DE-9B21-58262B39F56C}" srcOrd="1" destOrd="0" parTransId="{DB6388E0-7D05-40B0-9872-DC2B4890FCB1}" sibTransId="{E895C14A-1F03-4988-9CD7-2ED23A3A6B12}"/>
    <dgm:cxn modelId="{4C71B406-780B-48F8-B76A-8EE6FA577E39}" type="presOf" srcId="{0A15BA58-5B52-45DE-9B21-58262B39F56C}" destId="{F38A97F5-AD87-4012-AF31-E1F7891B2451}" srcOrd="0" destOrd="0" presId="urn:microsoft.com/office/officeart/2018/2/layout/IconLabelList"/>
    <dgm:cxn modelId="{0466238B-FF75-4A9C-8089-37496F0F855D}" srcId="{9115C265-388C-4888-AD31-D1BC15A62A85}" destId="{BAC10AEF-B728-4878-9A48-CBF80A20D6AA}" srcOrd="2" destOrd="0" parTransId="{21821CA6-6A6A-4868-A62A-711C2D19548A}" sibTransId="{3C8171CB-52E2-4E39-ADE1-1236F5133EE8}"/>
    <dgm:cxn modelId="{22A22CBA-5D66-4B95-9AAB-A7AF5B73531A}" type="presOf" srcId="{BAC10AEF-B728-4878-9A48-CBF80A20D6AA}" destId="{493E6C95-7012-49FD-BD06-609054574FF4}" srcOrd="0" destOrd="0" presId="urn:microsoft.com/office/officeart/2018/2/layout/IconLabelList"/>
    <dgm:cxn modelId="{3BC207D6-F984-49C5-951E-D341F4C58D7F}" type="presOf" srcId="{C8786DBF-A326-4386-9677-D9809B685EDE}" destId="{C7D1DDDA-4092-43D1-9D17-524C7A5C743A}" srcOrd="0" destOrd="0" presId="urn:microsoft.com/office/officeart/2018/2/layout/IconLabelList"/>
    <dgm:cxn modelId="{2221B5E4-2659-407D-8D8B-30A449C703D1}" srcId="{9115C265-388C-4888-AD31-D1BC15A62A85}" destId="{C8786DBF-A326-4386-9677-D9809B685EDE}" srcOrd="0" destOrd="0" parTransId="{22E5E41E-A08E-4B44-9FAE-6E61D019F999}" sibTransId="{FA8FFDE6-742B-4C70-83BB-F738C559B394}"/>
    <dgm:cxn modelId="{F76598D0-29CE-415E-B081-62CDB8C1B8AB}" type="presParOf" srcId="{0DA18276-923A-4BFA-A37F-7442D262B5B3}" destId="{1515F099-F40C-45FC-A4D8-9842C737BE0D}" srcOrd="0" destOrd="0" presId="urn:microsoft.com/office/officeart/2018/2/layout/IconLabelList"/>
    <dgm:cxn modelId="{18DF1AE1-6AEC-49DD-AD6A-E9A586355E25}" type="presParOf" srcId="{1515F099-F40C-45FC-A4D8-9842C737BE0D}" destId="{D7437B83-B606-4041-A449-14D84A86D2C4}" srcOrd="0" destOrd="0" presId="urn:microsoft.com/office/officeart/2018/2/layout/IconLabelList"/>
    <dgm:cxn modelId="{FC1173DA-FD5B-4D25-A449-7E1C80DF9461}" type="presParOf" srcId="{1515F099-F40C-45FC-A4D8-9842C737BE0D}" destId="{0FA49B8C-39C9-4318-96DC-6573C0E7F54A}" srcOrd="1" destOrd="0" presId="urn:microsoft.com/office/officeart/2018/2/layout/IconLabelList"/>
    <dgm:cxn modelId="{146A1ADB-6793-4D53-8821-63C0168CDB2F}" type="presParOf" srcId="{1515F099-F40C-45FC-A4D8-9842C737BE0D}" destId="{C7D1DDDA-4092-43D1-9D17-524C7A5C743A}" srcOrd="2" destOrd="0" presId="urn:microsoft.com/office/officeart/2018/2/layout/IconLabelList"/>
    <dgm:cxn modelId="{ABBA3F06-2225-4F53-8A24-645B9C121EA3}" type="presParOf" srcId="{0DA18276-923A-4BFA-A37F-7442D262B5B3}" destId="{D0FF790A-5328-470E-97D0-CC9FFF549165}" srcOrd="1" destOrd="0" presId="urn:microsoft.com/office/officeart/2018/2/layout/IconLabelList"/>
    <dgm:cxn modelId="{7864B4FB-D0C0-47E8-A00D-27CC1A4A3F8B}" type="presParOf" srcId="{0DA18276-923A-4BFA-A37F-7442D262B5B3}" destId="{BAFBC9B5-FC5E-4ED4-B0A6-C1714370128E}" srcOrd="2" destOrd="0" presId="urn:microsoft.com/office/officeart/2018/2/layout/IconLabelList"/>
    <dgm:cxn modelId="{42C0136A-E6C1-46A6-A986-C87264EE446E}" type="presParOf" srcId="{BAFBC9B5-FC5E-4ED4-B0A6-C1714370128E}" destId="{C39AC690-3E8D-4FBE-A5D0-42BE24D2CE9B}" srcOrd="0" destOrd="0" presId="urn:microsoft.com/office/officeart/2018/2/layout/IconLabelList"/>
    <dgm:cxn modelId="{E1A19BA8-9386-459B-9864-3B9E1F4F08D7}" type="presParOf" srcId="{BAFBC9B5-FC5E-4ED4-B0A6-C1714370128E}" destId="{DE141D96-DF0C-4812-9EA2-90377B70A02B}" srcOrd="1" destOrd="0" presId="urn:microsoft.com/office/officeart/2018/2/layout/IconLabelList"/>
    <dgm:cxn modelId="{4F81FB89-606E-4F1F-8EB7-E7D7A9868816}" type="presParOf" srcId="{BAFBC9B5-FC5E-4ED4-B0A6-C1714370128E}" destId="{F38A97F5-AD87-4012-AF31-E1F7891B2451}" srcOrd="2" destOrd="0" presId="urn:microsoft.com/office/officeart/2018/2/layout/IconLabelList"/>
    <dgm:cxn modelId="{BA930F0A-5C8F-4538-A888-92ADFF5E9986}" type="presParOf" srcId="{0DA18276-923A-4BFA-A37F-7442D262B5B3}" destId="{55187044-C92A-4192-A326-99873B44E40A}" srcOrd="3" destOrd="0" presId="urn:microsoft.com/office/officeart/2018/2/layout/IconLabelList"/>
    <dgm:cxn modelId="{D52C2786-7AC4-4511-9F3D-446BF3CA007D}" type="presParOf" srcId="{0DA18276-923A-4BFA-A37F-7442D262B5B3}" destId="{8B0B45D5-7627-44FC-B8C6-B185FF22EC34}" srcOrd="4" destOrd="0" presId="urn:microsoft.com/office/officeart/2018/2/layout/IconLabelList"/>
    <dgm:cxn modelId="{65482ABF-259D-4192-AD1E-508DC672F9C4}" type="presParOf" srcId="{8B0B45D5-7627-44FC-B8C6-B185FF22EC34}" destId="{9FF2D4D3-59E2-4C3B-B7D4-DEA59FE8272F}" srcOrd="0" destOrd="0" presId="urn:microsoft.com/office/officeart/2018/2/layout/IconLabelList"/>
    <dgm:cxn modelId="{61B2E9AA-6AA1-4BFD-844F-2F491D7BD42E}" type="presParOf" srcId="{8B0B45D5-7627-44FC-B8C6-B185FF22EC34}" destId="{B6ABE7F8-F613-4938-82EF-0647385641CE}" srcOrd="1" destOrd="0" presId="urn:microsoft.com/office/officeart/2018/2/layout/IconLabelList"/>
    <dgm:cxn modelId="{1BD6667D-ED6F-497F-B62F-B5AF3B53A05D}" type="presParOf" srcId="{8B0B45D5-7627-44FC-B8C6-B185FF22EC34}" destId="{493E6C95-7012-49FD-BD06-609054574FF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9C117-8046-4608-9301-84A8736F3939}">
      <dsp:nvSpPr>
        <dsp:cNvPr id="0" name=""/>
        <dsp:cNvSpPr/>
      </dsp:nvSpPr>
      <dsp:spPr>
        <a:xfrm>
          <a:off x="0" y="615237"/>
          <a:ext cx="10058399" cy="113582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B54323-890D-4C49-A33B-447FEC57778F}">
      <dsp:nvSpPr>
        <dsp:cNvPr id="0" name=""/>
        <dsp:cNvSpPr/>
      </dsp:nvSpPr>
      <dsp:spPr>
        <a:xfrm>
          <a:off x="343586" y="870798"/>
          <a:ext cx="624703" cy="6247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24D9C-5A7B-4D33-93D6-FDB4093B9DDC}">
      <dsp:nvSpPr>
        <dsp:cNvPr id="0" name=""/>
        <dsp:cNvSpPr/>
      </dsp:nvSpPr>
      <dsp:spPr>
        <a:xfrm>
          <a:off x="1311876" y="615237"/>
          <a:ext cx="87465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/>
            <a:t>La clínica veterinaria a sufrido de un aumento de clientes y actualmente atiende 15 mascotas diarias</a:t>
          </a:r>
          <a:endParaRPr lang="en-US" sz="2500" kern="1200"/>
        </a:p>
      </dsp:txBody>
      <dsp:txXfrm>
        <a:off x="1311876" y="615237"/>
        <a:ext cx="8746523" cy="1135824"/>
      </dsp:txXfrm>
    </dsp:sp>
    <dsp:sp modelId="{B32DC185-8152-44DD-9426-8F8F9D2AC72C}">
      <dsp:nvSpPr>
        <dsp:cNvPr id="0" name=""/>
        <dsp:cNvSpPr/>
      </dsp:nvSpPr>
      <dsp:spPr>
        <a:xfrm>
          <a:off x="0" y="2035018"/>
          <a:ext cx="10058399" cy="1135824"/>
        </a:xfrm>
        <a:prstGeom prst="roundRect">
          <a:avLst>
            <a:gd name="adj" fmla="val 10000"/>
          </a:avLst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C1A98-0348-4E48-8C75-A91EF748AD95}">
      <dsp:nvSpPr>
        <dsp:cNvPr id="0" name=""/>
        <dsp:cNvSpPr/>
      </dsp:nvSpPr>
      <dsp:spPr>
        <a:xfrm>
          <a:off x="343586" y="2290578"/>
          <a:ext cx="624703" cy="6247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CE323-67A2-48C7-B0D2-41F7661BF9A0}">
      <dsp:nvSpPr>
        <dsp:cNvPr id="0" name=""/>
        <dsp:cNvSpPr/>
      </dsp:nvSpPr>
      <dsp:spPr>
        <a:xfrm>
          <a:off x="1311876" y="2035018"/>
          <a:ext cx="87465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/>
            <a:t>Problemática actual: El uso de fichas clínicas , libretas de vacunación y plantillas Excel.</a:t>
          </a:r>
          <a:endParaRPr lang="en-US" sz="2500" kern="1200"/>
        </a:p>
      </dsp:txBody>
      <dsp:txXfrm>
        <a:off x="1311876" y="2035018"/>
        <a:ext cx="8746523" cy="11358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4D6BC5-EFD0-438F-90D8-D92583265CE0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89715-CE36-4988-9586-4695BE57EB62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 dirty="0"/>
            <a:t>Propuesta: Digitalización integral de la ficha medica, costos transparente por tratamiento aplicado, acceso seguro y privado para los dueños y sus registros.</a:t>
          </a:r>
          <a:endParaRPr lang="en-US" sz="1100" kern="1200" dirty="0"/>
        </a:p>
      </dsp:txBody>
      <dsp:txXfrm>
        <a:off x="285097" y="2346338"/>
        <a:ext cx="2832300" cy="720000"/>
      </dsp:txXfrm>
    </dsp:sp>
    <dsp:sp modelId="{A8E42A71-AB09-42B4-A47D-F0AEDB9F5DB2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F83AC-9185-4FD5-9F53-FA2EBCC04B05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Cliente objetivo: Clínica veterinaria independiente </a:t>
          </a:r>
          <a:endParaRPr lang="en-US" sz="1100" kern="1200"/>
        </a:p>
      </dsp:txBody>
      <dsp:txXfrm>
        <a:off x="3613050" y="2346338"/>
        <a:ext cx="2832300" cy="720000"/>
      </dsp:txXfrm>
    </dsp:sp>
    <dsp:sp modelId="{A404EB40-4919-4212-928F-145619CDD8F8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597C5-6698-42AC-A470-FF72F727F958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 dirty="0"/>
            <a:t>Canales: Trazabilidad medica completa web y móvil para los usuarios de la API </a:t>
          </a:r>
          <a:endParaRPr lang="en-US" sz="1100" kern="1200" dirty="0"/>
        </a:p>
      </dsp:txBody>
      <dsp:txXfrm>
        <a:off x="6941002" y="2346338"/>
        <a:ext cx="28323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C5B5E4-C929-4A58-89E4-78017577C1A9}">
      <dsp:nvSpPr>
        <dsp:cNvPr id="0" name=""/>
        <dsp:cNvSpPr/>
      </dsp:nvSpPr>
      <dsp:spPr>
        <a:xfrm>
          <a:off x="0" y="3945"/>
          <a:ext cx="10058399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 err="1"/>
            <a:t>.net</a:t>
          </a:r>
          <a:r>
            <a:rPr lang="es-CL" sz="3000" kern="1200" dirty="0"/>
            <a:t> 10 Minimal APIS: Máximo redimiendo con menor consumo de recursos.</a:t>
          </a:r>
          <a:endParaRPr lang="en-US" sz="3000" kern="1200" dirty="0"/>
        </a:p>
      </dsp:txBody>
      <dsp:txXfrm>
        <a:off x="58257" y="62202"/>
        <a:ext cx="9941885" cy="1076886"/>
      </dsp:txXfrm>
    </dsp:sp>
    <dsp:sp modelId="{F688A4C8-F8E4-4AA6-B7C5-E0E325C634D6}">
      <dsp:nvSpPr>
        <dsp:cNvPr id="0" name=""/>
        <dsp:cNvSpPr/>
      </dsp:nvSpPr>
      <dsp:spPr>
        <a:xfrm>
          <a:off x="0" y="1283745"/>
          <a:ext cx="10058399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/>
            <a:t>Patrón Repository: desacople efectivo entre la lógica de negocio y la capa de datos.</a:t>
          </a:r>
          <a:endParaRPr lang="en-US" sz="3000" kern="1200"/>
        </a:p>
      </dsp:txBody>
      <dsp:txXfrm>
        <a:off x="58257" y="1342002"/>
        <a:ext cx="9941885" cy="1076886"/>
      </dsp:txXfrm>
    </dsp:sp>
    <dsp:sp modelId="{D9270AC0-33FC-4B6C-84D8-FFAA9E6B218C}">
      <dsp:nvSpPr>
        <dsp:cNvPr id="0" name=""/>
        <dsp:cNvSpPr/>
      </dsp:nvSpPr>
      <dsp:spPr>
        <a:xfrm>
          <a:off x="0" y="2563545"/>
          <a:ext cx="10058399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/>
            <a:t>Persistencia EF CORE:  Gestión de migración versionadas y soporte para entornos de prueba</a:t>
          </a:r>
          <a:endParaRPr lang="en-US" sz="3000" kern="1200"/>
        </a:p>
      </dsp:txBody>
      <dsp:txXfrm>
        <a:off x="58257" y="2621802"/>
        <a:ext cx="9941885" cy="1076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37B83-B606-4041-A449-14D84A86D2C4}">
      <dsp:nvSpPr>
        <dsp:cNvPr id="0" name=""/>
        <dsp:cNvSpPr/>
      </dsp:nvSpPr>
      <dsp:spPr>
        <a:xfrm>
          <a:off x="1063980" y="707106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1DDDA-4092-43D1-9D17-524C7A5C743A}">
      <dsp:nvSpPr>
        <dsp:cNvPr id="0" name=""/>
        <dsp:cNvSpPr/>
      </dsp:nvSpPr>
      <dsp:spPr>
        <a:xfrm>
          <a:off x="285097" y="2333784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Manual interactivo (Scalar): Genera contratos y documentación automática  para consultar y ver respuesta directamente desde el navegador</a:t>
          </a:r>
          <a:endParaRPr lang="en-US" sz="1100" kern="1200"/>
        </a:p>
      </dsp:txBody>
      <dsp:txXfrm>
        <a:off x="285097" y="2333784"/>
        <a:ext cx="2832300" cy="720000"/>
      </dsp:txXfrm>
    </dsp:sp>
    <dsp:sp modelId="{C39AC690-3E8D-4FBE-A5D0-42BE24D2CE9B}">
      <dsp:nvSpPr>
        <dsp:cNvPr id="0" name=""/>
        <dsp:cNvSpPr/>
      </dsp:nvSpPr>
      <dsp:spPr>
        <a:xfrm>
          <a:off x="4391932" y="707106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A97F5-AD87-4012-AF31-E1F7891B2451}">
      <dsp:nvSpPr>
        <dsp:cNvPr id="0" name=""/>
        <dsp:cNvSpPr/>
      </dsp:nvSpPr>
      <dsp:spPr>
        <a:xfrm>
          <a:off x="3613050" y="2333784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Pruebas Automatizadas(xUnit): Suite de pruebas de integración de memoria que valida de forma autónoma los flujos críticos.</a:t>
          </a:r>
          <a:endParaRPr lang="en-US" sz="1100" kern="1200"/>
        </a:p>
      </dsp:txBody>
      <dsp:txXfrm>
        <a:off x="3613050" y="2333784"/>
        <a:ext cx="2832300" cy="720000"/>
      </dsp:txXfrm>
    </dsp:sp>
    <dsp:sp modelId="{9FF2D4D3-59E2-4C3B-B7D4-DEA59FE8272F}">
      <dsp:nvSpPr>
        <dsp:cNvPr id="0" name=""/>
        <dsp:cNvSpPr/>
      </dsp:nvSpPr>
      <dsp:spPr>
        <a:xfrm>
          <a:off x="7719885" y="707106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E6C95-7012-49FD-BD06-609054574FF4}">
      <dsp:nvSpPr>
        <dsp:cNvPr id="0" name=""/>
        <dsp:cNvSpPr/>
      </dsp:nvSpPr>
      <dsp:spPr>
        <a:xfrm>
          <a:off x="6941002" y="2333784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/>
            <a:t>Control de versiones(/api/v1/) Identificación de versión en la ruta web que asegura futuras mejoras al sistema sin interrumpir aplicaciones ya en uso.</a:t>
          </a:r>
          <a:endParaRPr lang="en-US" sz="1100" kern="1200"/>
        </a:p>
      </dsp:txBody>
      <dsp:txXfrm>
        <a:off x="6941002" y="2333784"/>
        <a:ext cx="28323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0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3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6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8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137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8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0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6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8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6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26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15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6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7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93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64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27E694-193E-AA5D-C5BA-A3F49E55D8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01" b="2629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3130F8-CC57-E74E-D3A8-BDB1096C3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rmAutofit fontScale="90000"/>
          </a:bodyPr>
          <a:lstStyle/>
          <a:p>
            <a:r>
              <a:rPr lang="es-CL" sz="4600" dirty="0">
                <a:solidFill>
                  <a:schemeClr val="tx1"/>
                </a:solidFill>
              </a:rPr>
              <a:t>Clínica veterinaria Patitas Sanas API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E96882-62E4-DE5F-CE0F-D2DF1AF40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735799"/>
            <a:ext cx="6470693" cy="605256"/>
          </a:xfrm>
        </p:spPr>
        <p:txBody>
          <a:bodyPr>
            <a:normAutofit/>
          </a:bodyPr>
          <a:lstStyle/>
          <a:p>
            <a:r>
              <a:rPr lang="es-CL" dirty="0"/>
              <a:t>Nombre: Maikol Jeldres</a:t>
            </a:r>
          </a:p>
        </p:txBody>
      </p:sp>
      <p:cxnSp>
        <p:nvCxnSpPr>
          <p:cNvPr id="11" name="!!Straight Connector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641183"/>
            <a:ext cx="63093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1352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EDE2F2-4F0C-7998-C446-70D683D1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L"/>
              <a:t>Presentación del caso.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aphicFrame>
        <p:nvGraphicFramePr>
          <p:cNvPr id="27" name="Marcador de contenido 2">
            <a:extLst>
              <a:ext uri="{FF2B5EF4-FFF2-40B4-BE49-F238E27FC236}">
                <a16:creationId xmlns:a16="http://schemas.microsoft.com/office/drawing/2014/main" id="{169C54D9-091C-A4C0-D1AD-7963A69A5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2785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817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39A12B-6D30-EA1E-B98B-099E3EF1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CL" dirty="0"/>
              <a:t>Modelo de negocios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FB133C5-0BBB-EC5A-E7C5-A686F38FB8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7053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415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39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cxnSp>
        <p:nvCxnSpPr>
          <p:cNvPr id="50" name="Straight Connector 41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43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5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887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65712E-990E-C839-80A4-B4CA0F69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 Modelo de base de datos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CFA2F28-3397-1D28-849F-BF9CF6EEC5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32" b="-1"/>
          <a:stretch>
            <a:fillRect/>
          </a:stretch>
        </p:blipFill>
        <p:spPr>
          <a:xfrm>
            <a:off x="4635094" y="0"/>
            <a:ext cx="755373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868CD-EBD3-E2B1-04C7-F56F9E81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/>
              <a:t>Ingeniería Backend y Capa de Persistencia</a:t>
            </a:r>
            <a:br>
              <a:rPr lang="es-CL"/>
            </a:br>
            <a:endParaRPr lang="es-CL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C481135-2A5D-E74F-B6DB-36D519E4E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253746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18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FDD98F-3802-1535-654B-37E0294EE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s-CL"/>
              <a:t>Seguridad y protección de datos</a:t>
            </a:r>
          </a:p>
        </p:txBody>
      </p:sp>
      <p:pic>
        <p:nvPicPr>
          <p:cNvPr id="16" name="Picture 4" descr="Perro posando para una fotografía">
            <a:extLst>
              <a:ext uri="{FF2B5EF4-FFF2-40B4-BE49-F238E27FC236}">
                <a16:creationId xmlns:a16="http://schemas.microsoft.com/office/drawing/2014/main" id="{EEA11395-B926-C5E4-4E28-656F8010CE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64" r="29273"/>
          <a:stretch>
            <a:fillRect/>
          </a:stretch>
        </p:blipFill>
        <p:spPr>
          <a:xfrm>
            <a:off x="20" y="10"/>
            <a:ext cx="4580077" cy="6400784"/>
          </a:xfrm>
          <a:prstGeom prst="rect">
            <a:avLst/>
          </a:prstGeom>
        </p:spPr>
      </p:pic>
      <p:cxnSp>
        <p:nvCxnSpPr>
          <p:cNvPr id="25" name="!!Straight Connector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56B9365-6345-C1A5-B561-FD0D1C249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CL" sz="1600"/>
              <a:t>Broken Authentication( API2 ): Tokens con clave simétrica, expiración estricta y contraseñas Hasheadas.</a:t>
            </a:r>
          </a:p>
          <a:p>
            <a:pPr>
              <a:lnSpc>
                <a:spcPct val="110000"/>
              </a:lnSpc>
            </a:pPr>
            <a:r>
              <a:rPr lang="es-CL" sz="1600"/>
              <a:t>BOLA(API1 ): Validación para que los usuarios con rol cliente pueda ver o editar sus propias mascotas.</a:t>
            </a:r>
          </a:p>
          <a:p>
            <a:pPr>
              <a:lnSpc>
                <a:spcPct val="110000"/>
              </a:lnSpc>
            </a:pPr>
            <a:r>
              <a:rPr lang="es-CL" sz="1600"/>
              <a:t>DoS Mitigation (API4 ): Limite de peticiones </a:t>
            </a:r>
          </a:p>
          <a:p>
            <a:pPr>
              <a:lnSpc>
                <a:spcPct val="110000"/>
              </a:lnSpc>
            </a:pPr>
            <a:r>
              <a:rPr lang="es-CL" sz="1600"/>
              <a:t>Mass Assignment (API3) Uso de DTOs con filtros de validación para el ID provenga siempre del token</a:t>
            </a:r>
          </a:p>
          <a:p>
            <a:pPr>
              <a:lnSpc>
                <a:spcPct val="110000"/>
              </a:lnSpc>
            </a:pPr>
            <a:r>
              <a:rPr lang="es-CL" sz="1600"/>
              <a:t>Security Misconfiguration(API8): Captura errores imprevistos ocultando trazas técnicas del servidor bajo el estándar RFC 7807</a:t>
            </a:r>
          </a:p>
          <a:p>
            <a:pPr>
              <a:lnSpc>
                <a:spcPct val="110000"/>
              </a:lnSpc>
            </a:pPr>
            <a:endParaRPr lang="es-CL" sz="1600"/>
          </a:p>
          <a:p>
            <a:pPr>
              <a:lnSpc>
                <a:spcPct val="110000"/>
              </a:lnSpc>
            </a:pPr>
            <a:endParaRPr lang="es-CL" sz="16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B60310-C5C3-46A0-A452-2A0B00843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8144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E1FD5-05B4-7FD6-16D6-D4623A4F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Verificación del sistema y documentación</a:t>
            </a:r>
          </a:p>
        </p:txBody>
      </p: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59BB0CDD-D06E-617A-B4AF-9F6471F35D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931904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Sagona Extra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gona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310</Words>
  <Application>Microsoft Office PowerPoint</Application>
  <PresentationFormat>Panorámica</PresentationFormat>
  <Paragraphs>24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Calibri</vt:lpstr>
      <vt:lpstr>Sagona Book</vt:lpstr>
      <vt:lpstr>Sagona ExtraLight</vt:lpstr>
      <vt:lpstr>RetrospectVTI</vt:lpstr>
      <vt:lpstr>Clínica veterinaria Patitas Sanas API</vt:lpstr>
      <vt:lpstr>Presentación del caso.</vt:lpstr>
      <vt:lpstr>Modelo de negocios</vt:lpstr>
      <vt:lpstr> Modelo de base de datos</vt:lpstr>
      <vt:lpstr>Ingeniería Backend y Capa de Persistencia </vt:lpstr>
      <vt:lpstr>Seguridad y protección de datos</vt:lpstr>
      <vt:lpstr>Verificación del sistema y documentación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Maikol Jeldres</dc:creator>
  <cp:lastModifiedBy>Maikol Jeldres</cp:lastModifiedBy>
  <cp:revision>3</cp:revision>
  <dcterms:created xsi:type="dcterms:W3CDTF">2026-09-08T07:06:33Z</dcterms:created>
  <dcterms:modified xsi:type="dcterms:W3CDTF">2026-09-08T17:56:12Z</dcterms:modified>
</cp:coreProperties>
</file>